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219" y="-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0820-A518-4D7B-9E7A-956C3C6C222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5ED2D-9FDA-4D54-B9D0-A0777E938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ccl-1.68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508.00709" TargetMode="External"/><Relationship Id="rId5" Type="http://schemas.openxmlformats.org/officeDocument/2006/relationships/hyperlink" Target="https://arxiv.org/abs/2408.10343" TargetMode="External"/><Relationship Id="rId4" Type="http://schemas.openxmlformats.org/officeDocument/2006/relationships/hyperlink" Target="https://aclanthology.org/2024.nllp-1.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corpus of court judgments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ybrid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BM25 + dense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metadata filters, refined by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legal-aware retrieval using dense + lexical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signals. Attach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paragraph/page and citation evidence to outputs.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answers grounded in retrieved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passages. Evaluate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quality, answer quality and faithfulness.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for legal research assistance — not autonomous legal decision-making.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40910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3"/>
                        </a:rPr>
                        <a:t>https://aclanthology.org/2023.ccl-1.68/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4"/>
                        </a:rPr>
                        <a:t>https://aclanthology.org/2024.nllp-1.6/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5"/>
                        </a:rPr>
                        <a:t>https://arxiv.org/abs/2408.10343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Pipitone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Houir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Alami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6"/>
                        </a:rPr>
                        <a:t>https://arxiv.org/pdf/2508.00709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0799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1453</Words>
  <Application>Microsoft Office PowerPoint</Application>
  <PresentationFormat>Custom</PresentationFormat>
  <Paragraphs>273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5</cp:revision>
  <dcterms:created xsi:type="dcterms:W3CDTF">2026-08-13T05:49:54Z</dcterms:created>
  <dcterms:modified xsi:type="dcterms:W3CDTF">2026-09-23T05:01:50Z</dcterms:modified>
</cp:coreProperties>
</file>